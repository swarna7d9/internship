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61" r:id="rId6"/>
    <p:sldId id="270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96" d="100"/>
          <a:sy n="96" d="100"/>
        </p:scale>
        <p:origin x="2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Mr.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H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Senthil Kumar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Assistant Professor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</a:t>
            </a:r>
            <a:endParaRPr lang="en-US"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altLang="en-IN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IN" altLang="en-US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 </a:t>
            </a:r>
            <a:r>
              <a:rPr lang="en-US" altLang="en-IN" sz="20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Sakthi S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Md Ziaur Rahman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TITLE OF THE PROJECT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950282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IN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Swarnadeep Dutta</a:t>
                      </a:r>
                      <a:endParaRPr lang="en-US" altLang="en-IN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r>
                        <a:rPr lang="en-US" altLang="en-IN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1CSE0150</a:t>
                      </a:r>
                      <a:endParaRPr lang="en-US" altLang="en-IN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altLang="en-US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en-IN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CSE-10</a:t>
                      </a:r>
                      <a:endParaRPr lang="en-US" altLang="en-IN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I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 Academy</a:t>
            </a:r>
            <a:endParaRPr lang="en-IN" alt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is an EdTech training institute that focuses on making students job-ready for the IT industry.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practical, skill-based learning in software development and computer science fundamentals.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mainly trains students in: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and Data Structures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Web Development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Computer Science concepts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and placement preparation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academy aims to bridge the gap between what students learn in college and what companies expect in real jobs.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380"/>
            <a:ext cx="10515600" cy="766445"/>
          </a:xfrm>
        </p:spPr>
        <p:txBody>
          <a:bodyPr/>
          <a:lstStyle/>
          <a:p>
            <a:r>
              <a:rPr lang="en-US" altLang="en-US" sz="32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 &amp; Services</a:t>
            </a:r>
            <a:endParaRPr lang="en-US" altLang="en-US" sz="32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58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offers both online and offline learning programs designed for students and fresh graduates.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Main offerings include: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 Courses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&amp; Algorithms (DSA) Training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Live Instructor-Led Classes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Mock Interviews &amp; Placement Support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Learning Management System (LMS) with recorded sessions, assignments, and tests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Students get access to: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projects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Industry-level coding practice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Mentorship from experienced trainers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These services help learners become confident and job-ready software developers.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203200"/>
            <a:ext cx="10515600" cy="1009015"/>
          </a:xfrm>
        </p:spPr>
        <p:txBody>
          <a:bodyPr/>
          <a:lstStyle/>
          <a:p>
            <a:r>
              <a:rPr lang="en-US" altLang="en-US" sz="32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Clients &amp; Impact</a:t>
            </a:r>
            <a:endParaRPr lang="en-US" altLang="en-US" sz="3200" b="1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954157"/>
            <a:ext cx="10617200" cy="48423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 serves: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students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Final-year engineering students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 graduates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switchers looking to enter the IT field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works closely with: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colleges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cells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Hiring partners from the IT industry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its training and placement support, Tap Academy helps students: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technical skills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strong resumes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for interviews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placed in software companies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focus on practical learning and industry relevance makes it a trusted platform for IT career preparation.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US" alt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&amp; Technologies – Software Development</a:t>
            </a:r>
            <a:endParaRPr lang="en-US" altLang="en-US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working in the Software Development domain.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involves learning how to build complete software applications using both frontend and backend technologies.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covered include: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 for creating user-friendly interfaces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Core Java and Advanced Java for handling application logic and server-side operations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Frameworks: Java-based frameworks to build structured, secure, and scalable applications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SQL for storing and managing application data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this domain: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are widely used in real IT companies to develop web and enterprise applications.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this full-stack technology set helps me understand how a complete software system works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user interface to database and prepares me for a professional role as a Software Developer.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2440"/>
          </a:xfrm>
        </p:spPr>
        <p:txBody>
          <a:bodyPr>
            <a:normAutofit fontScale="90000"/>
          </a:bodyPr>
          <a:lstStyle/>
          <a:p>
            <a:r>
              <a:rPr lang="en-US" altLang="en-US" sz="3555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&amp; Reporting Structure</a:t>
            </a:r>
            <a:endParaRPr lang="en-US" altLang="en-US" sz="3555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20842"/>
            <a:ext cx="10515600" cy="4058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at Tap Academy, I am currently part of a training-based software development program.</a:t>
            </a:r>
            <a:r>
              <a:rPr lang="en-IN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stage, interns are not divided into project teams because the focus is on skill building and technical training.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working structure is: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 / Trainers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design the learning modules and teach frontend, backend, Java, frameworks, and SQL.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 (Including Me)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attend training sessions, complete coding tasks, assignments, and mini-projects.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Structure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report directly to my assigned trainer/mentor, who: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tasks and assignments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progress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guidance and feedback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Style: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I work individually on practice tasks and learning modules.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5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training phase, interns will be assigned to projects or teams based on performance and skills.</a:t>
            </a:r>
            <a:endParaRPr lang="en-US" alt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330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4090"/>
            <a:ext cx="10515600" cy="426847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my internship journey, I faced a few important challenges: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Finding the Right Internship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challenging to find an internship that matched my interest in software development and also provided proper learning and guidance.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Clearing the Selection Process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requirements, preparing for technical questions, and performing well in the interview was a learning experience.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Adapting to a New Learning Environment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from college-style learning to a professional training environment with regular coding practice and deadlines was challenging initially.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Learning Multiple Technologies Together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frontend, backend, Java, frameworks, and SQL at the same time required good time management and consistent practice.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Understanding Real-World Development Concepts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from theoretical knowledge to practical implementation in coding and application development was a new challenge.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6787"/>
            <a:ext cx="10515600" cy="4058194"/>
          </a:xfrm>
        </p:spPr>
        <p:txBody>
          <a:bodyPr>
            <a:normAutofit/>
          </a:bodyPr>
          <a:lstStyle/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my internship work are: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practical knowledge of software development using frontend, backend, Java, frameworks, and SQL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real-world web applications are designed and built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my coding, problem-solving, and debugging skills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to work with databases and server-side logic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prepare myself for a professional role in the IT industry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 done during this internship is used to build small applications, modules, and projects that reflect real software development practices and industry requirements.</a:t>
            </a:r>
            <a:endParaRPr lang="en-US" alt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838200" y="1085850"/>
          <a:ext cx="10515600" cy="4515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&amp; What I will achieve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Review-1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 10 – Jan 16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Orientation &amp; environment setup (Java, IDE, GitHub, SQL)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Basics of Core Java (OOP, variables, loops, classes)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Create GitHub repository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93345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Review-2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 31 – Feb 06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Complete Core Java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Programming Concepts (logic building, problem solving)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Introduction to SQL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Upload programs to GitHub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74739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Review-3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 28 – Mar 06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Advanced Java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JDBC &amp; JEE for database connectivity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Continue SQL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backend development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6959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Review-4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 03 – Apr 09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Frontend (HTML, CSS, JavaScript)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Hibernate &amp; Spring Frameworks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Start working on project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Viva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 20 – Apr 26</a:t>
                      </a: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Complete Full-Stack Project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Integrate frontend, backend &amp; database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Final testing &amp; documentation </a:t>
                      </a:r>
                      <a:b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GitHub submission &amp; project demo</a:t>
                      </a:r>
                      <a:endParaRPr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https://github.com/Swarna7D9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8*355"/>
  <p:tag name="TABLE_ENDDRAG_RECT" val="66*85*828*35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6430</Words>
  <Application>WPS Presentation</Application>
  <PresentationFormat>Widescreen</PresentationFormat>
  <Paragraphs>216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Cambria</vt:lpstr>
      <vt:lpstr>Verdana</vt:lpstr>
      <vt:lpstr>Times New Roman</vt:lpstr>
      <vt:lpstr>Tahoma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Content</vt:lpstr>
      <vt:lpstr>About Tap Academy</vt:lpstr>
      <vt:lpstr>Products &amp; Services</vt:lpstr>
      <vt:lpstr>Clients &amp; Impact</vt:lpstr>
      <vt:lpstr>Working Domain &amp; Technologies – Software Development</vt:lpstr>
      <vt:lpstr>Team &amp; Reporting Structure</vt:lpstr>
      <vt:lpstr>Challenges Faced in Internship</vt:lpstr>
      <vt:lpstr>Objectives of the work</vt:lpstr>
      <vt:lpstr>Internship Road Map</vt:lpstr>
      <vt:lpstr>Github Link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Swarnadeep Dutta</cp:lastModifiedBy>
  <cp:revision>731</cp:revision>
  <dcterms:created xsi:type="dcterms:W3CDTF">2022-10-14T07:18:00Z</dcterms:created>
  <dcterms:modified xsi:type="dcterms:W3CDTF">2026-04-24T09:54:46Z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02EFFA6C7AB54A3ABF2144D8611DEDF3_13</vt:lpwstr>
  </property>
  <property fmtid="{D5CDD505-2E9C-101B-9397-08002B2CF9AE}" pid="3" name="KSOProductBuildVer">
    <vt:lpwstr>1033-12.1.0.25830</vt:lpwstr>
  </property>
</Properties>
</file>