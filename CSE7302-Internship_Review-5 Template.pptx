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7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96" d="100"/>
          <a:sy n="96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Mr.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H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Senthil Kumar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IN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</a:t>
            </a:r>
            <a:r>
              <a:rPr lang="en-US" altLang="en-IN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Review-5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Swarnadeep Dutta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1CSE0150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CSE-10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  <a:endParaRPr lang="en-I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380"/>
            <a:ext cx="10515600" cy="76644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58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offers both online and offline learning programs designed for students and fresh graduates.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Main offerings include: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Courses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&amp; Algorithms (DSA) Training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Live Instructor-Led Classes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&amp; Placement Support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 (LMS) with recorded sessions, assignments, and tests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access to: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projects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coding practice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from experienced trainers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help learners become confident and job-ready software developers.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03200"/>
            <a:ext cx="10515600" cy="100901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954157"/>
            <a:ext cx="10617200" cy="4842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serves: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Final-year engineering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switchers looking to enter the IT field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works closely with: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partners from the IT industry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its training and placement support, Tap Academy helps students: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resumes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interviews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placed in software companies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focus on practical learning and industry relevance makes it a trusted platform for IT career preparation.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Technologies – Software Development</a:t>
            </a:r>
            <a:endParaRPr lang="en-US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440"/>
          </a:xfrm>
        </p:spPr>
        <p:txBody>
          <a:bodyPr>
            <a:normAutofit fontScale="90000"/>
          </a:bodyPr>
          <a:lstStyle/>
          <a:p>
            <a:r>
              <a:rPr lang="en-US" altLang="en-US" sz="3555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&amp; Reporting Structure</a:t>
            </a:r>
            <a:endParaRPr lang="en-US" altLang="en-US" sz="3555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0842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3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4090"/>
            <a:ext cx="10515600" cy="42684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78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requirements.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085850"/>
          <a:ext cx="10515600" cy="451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&amp; What I will achieve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Review-1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10 – Jan 16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Orientation &amp; environment setup (Java, IDE, GitHub, SQL)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Core Java (OOP, variables, loops, classes)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 GitHub repository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Review-2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31 – Feb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Core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Programming Concepts (logic building, problem solving)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Upload programs to GitHub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Review-3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28 – Mar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Advanced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JDBC &amp; JEE for database connectivity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Continue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backend development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Review-4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03 – Apr 09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Frontend (HTML, CSS, JavaScript)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Hibernate &amp; Spring Frameworks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working on project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Viva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20 – Apr 26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Full-Stack Project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Integrate frontend, backend &amp; database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Final testing &amp; documentation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GitHub submission &amp; project demo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https://github.com/Swarna7D9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55"/>
  <p:tag name="TABLE_ENDDRAG_RECT" val="66*85*828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6430</Words>
  <Application>WPS Presentation</Application>
  <PresentationFormat>Widescreen</PresentationFormat>
  <Paragraphs>216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Tap Academy</vt:lpstr>
      <vt:lpstr>Products &amp; Services</vt:lpstr>
      <vt:lpstr>Clients &amp; Impact</vt:lpstr>
      <vt:lpstr>Working Domain &amp; Technologies – Software Development</vt:lpstr>
      <vt:lpstr>Team &amp; Reporting Structure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Swarnadeep Dutta</cp:lastModifiedBy>
  <cp:revision>732</cp:revision>
  <dcterms:created xsi:type="dcterms:W3CDTF">2022-10-14T07:18:00Z</dcterms:created>
  <dcterms:modified xsi:type="dcterms:W3CDTF">2026-04-24T09:55:18Z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FA91340A16FC48A28E7879961D99E284_13</vt:lpwstr>
  </property>
  <property fmtid="{D5CDD505-2E9C-101B-9397-08002B2CF9AE}" pid="3" name="KSOProductBuildVer">
    <vt:lpwstr>1033-12.1.0.25830</vt:lpwstr>
  </property>
</Properties>
</file>